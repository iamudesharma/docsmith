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ppt/presentation.xml" ContentType="application/vnd.openxmlformats-officedocument.presentationml.presentation.main+xml"/>
</Types>
</file>

<file path=_rels/.rels><Relationships xmlns="http://schemas.openxmlformats.org/package/2006/relationships"><Relationship Id="r1" Target="ppt/presentation.xml" Type="http://schemas.openxmlformats.org/officeDocument/2006/relationships/officeDocument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2"/>
    <p:sldId id="257" r:id="r1"/>
  </p:sldIdLst>
</p:presentation>
</file>

<file path=ppt/_rels/presentation.xml.rels><Relationships><Relationship Id="r1" Target="slides/slide1.xml"/><Relationship Id="r2" Target="slides/slide2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Second in source order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First in source order</a:t>
            </a:r>
          </a:p>
        </p:txBody>
      </p:sp>
    </p:spTree>
  </p:cSld>
</p:sld>
</file>